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63" r:id="rId4"/>
    <p:sldId id="262"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72F50-BD70-DB6F-A3DE-5754C36ED7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2F35E4-A7F7-C378-324D-74B44E895C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2C84A7-B003-4348-861B-9DDB203D3BE9}"/>
              </a:ext>
            </a:extLst>
          </p:cNvPr>
          <p:cNvSpPr>
            <a:spLocks noGrp="1"/>
          </p:cNvSpPr>
          <p:nvPr>
            <p:ph type="dt" sz="half" idx="10"/>
          </p:nvPr>
        </p:nvSpPr>
        <p:spPr/>
        <p:txBody>
          <a:bodyPr/>
          <a:lstStyle/>
          <a:p>
            <a:fld id="{8CB85ED3-85CD-4450-9A9A-D4DEF4BEA7F9}" type="datetimeFigureOut">
              <a:rPr lang="en-US" smtClean="0"/>
              <a:t>3/13/2026</a:t>
            </a:fld>
            <a:endParaRPr lang="en-US"/>
          </a:p>
        </p:txBody>
      </p:sp>
      <p:sp>
        <p:nvSpPr>
          <p:cNvPr id="5" name="Footer Placeholder 4">
            <a:extLst>
              <a:ext uri="{FF2B5EF4-FFF2-40B4-BE49-F238E27FC236}">
                <a16:creationId xmlns:a16="http://schemas.microsoft.com/office/drawing/2014/main" id="{89E8C5C1-E143-0BE3-92AA-78B129448B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54A34-5818-FFE1-025D-EB795EADDE06}"/>
              </a:ext>
            </a:extLst>
          </p:cNvPr>
          <p:cNvSpPr>
            <a:spLocks noGrp="1"/>
          </p:cNvSpPr>
          <p:nvPr>
            <p:ph type="sldNum" sz="quarter" idx="12"/>
          </p:nvPr>
        </p:nvSpPr>
        <p:spPr/>
        <p:txBody>
          <a:bodyPr/>
          <a:lstStyle/>
          <a:p>
            <a:fld id="{7EB275A0-7BA0-4D7E-B66E-9330EEABE974}" type="slidenum">
              <a:rPr lang="en-US" smtClean="0"/>
              <a:t>‹#›</a:t>
            </a:fld>
            <a:endParaRPr lang="en-US"/>
          </a:p>
        </p:txBody>
      </p:sp>
    </p:spTree>
    <p:extLst>
      <p:ext uri="{BB962C8B-B14F-4D97-AF65-F5344CB8AC3E}">
        <p14:creationId xmlns:p14="http://schemas.microsoft.com/office/powerpoint/2010/main" val="1969651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4364A-924F-7298-E6FF-BA621CB76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F0BB89-F187-6578-F223-AA2AE152A2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C0723B-4343-1F04-6D93-D2DE02DF7A8C}"/>
              </a:ext>
            </a:extLst>
          </p:cNvPr>
          <p:cNvSpPr>
            <a:spLocks noGrp="1"/>
          </p:cNvSpPr>
          <p:nvPr>
            <p:ph type="dt" sz="half" idx="10"/>
          </p:nvPr>
        </p:nvSpPr>
        <p:spPr/>
        <p:txBody>
          <a:bodyPr/>
          <a:lstStyle/>
          <a:p>
            <a:fld id="{8CB85ED3-85CD-4450-9A9A-D4DEF4BEA7F9}" type="datetimeFigureOut">
              <a:rPr lang="en-US" smtClean="0"/>
              <a:t>3/13/2026</a:t>
            </a:fld>
            <a:endParaRPr lang="en-US"/>
          </a:p>
        </p:txBody>
      </p:sp>
      <p:sp>
        <p:nvSpPr>
          <p:cNvPr id="5" name="Footer Placeholder 4">
            <a:extLst>
              <a:ext uri="{FF2B5EF4-FFF2-40B4-BE49-F238E27FC236}">
                <a16:creationId xmlns:a16="http://schemas.microsoft.com/office/drawing/2014/main" id="{1BDB6EA5-E577-036F-D7F0-28282CB8DF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C5C67D-9839-80A9-9C37-36CB133A8735}"/>
              </a:ext>
            </a:extLst>
          </p:cNvPr>
          <p:cNvSpPr>
            <a:spLocks noGrp="1"/>
          </p:cNvSpPr>
          <p:nvPr>
            <p:ph type="sldNum" sz="quarter" idx="12"/>
          </p:nvPr>
        </p:nvSpPr>
        <p:spPr/>
        <p:txBody>
          <a:bodyPr/>
          <a:lstStyle/>
          <a:p>
            <a:fld id="{7EB275A0-7BA0-4D7E-B66E-9330EEABE974}" type="slidenum">
              <a:rPr lang="en-US" smtClean="0"/>
              <a:t>‹#›</a:t>
            </a:fld>
            <a:endParaRPr lang="en-US"/>
          </a:p>
        </p:txBody>
      </p:sp>
    </p:spTree>
    <p:extLst>
      <p:ext uri="{BB962C8B-B14F-4D97-AF65-F5344CB8AC3E}">
        <p14:creationId xmlns:p14="http://schemas.microsoft.com/office/powerpoint/2010/main" val="3983217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93B30-605C-0F23-A4CD-ED768096D9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408C9D-659C-B389-0CE2-7A627E7EDA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41BCDD-AC78-655E-39B3-A8CE6A5D4667}"/>
              </a:ext>
            </a:extLst>
          </p:cNvPr>
          <p:cNvSpPr>
            <a:spLocks noGrp="1"/>
          </p:cNvSpPr>
          <p:nvPr>
            <p:ph type="dt" sz="half" idx="10"/>
          </p:nvPr>
        </p:nvSpPr>
        <p:spPr/>
        <p:txBody>
          <a:bodyPr/>
          <a:lstStyle/>
          <a:p>
            <a:fld id="{8CB85ED3-85CD-4450-9A9A-D4DEF4BEA7F9}" type="datetimeFigureOut">
              <a:rPr lang="en-US" smtClean="0"/>
              <a:t>3/13/2026</a:t>
            </a:fld>
            <a:endParaRPr lang="en-US"/>
          </a:p>
        </p:txBody>
      </p:sp>
      <p:sp>
        <p:nvSpPr>
          <p:cNvPr id="5" name="Footer Placeholder 4">
            <a:extLst>
              <a:ext uri="{FF2B5EF4-FFF2-40B4-BE49-F238E27FC236}">
                <a16:creationId xmlns:a16="http://schemas.microsoft.com/office/drawing/2014/main" id="{E60DE3A1-BF01-B1D5-BCEE-73F84A9D73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CB7663-F529-6F18-C4CD-F2257618DD0B}"/>
              </a:ext>
            </a:extLst>
          </p:cNvPr>
          <p:cNvSpPr>
            <a:spLocks noGrp="1"/>
          </p:cNvSpPr>
          <p:nvPr>
            <p:ph type="sldNum" sz="quarter" idx="12"/>
          </p:nvPr>
        </p:nvSpPr>
        <p:spPr/>
        <p:txBody>
          <a:bodyPr/>
          <a:lstStyle/>
          <a:p>
            <a:fld id="{7EB275A0-7BA0-4D7E-B66E-9330EEABE974}" type="slidenum">
              <a:rPr lang="en-US" smtClean="0"/>
              <a:t>‹#›</a:t>
            </a:fld>
            <a:endParaRPr lang="en-US"/>
          </a:p>
        </p:txBody>
      </p:sp>
    </p:spTree>
    <p:extLst>
      <p:ext uri="{BB962C8B-B14F-4D97-AF65-F5344CB8AC3E}">
        <p14:creationId xmlns:p14="http://schemas.microsoft.com/office/powerpoint/2010/main" val="3433699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5501C-C3D4-F754-1B67-5C71519068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77289E-5554-2AB4-0227-746838DF4B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47C030-E044-EF58-8D36-8E5C641D99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4F2045-493E-AF84-5ECC-2C28B3A661D7}"/>
              </a:ext>
            </a:extLst>
          </p:cNvPr>
          <p:cNvSpPr>
            <a:spLocks noGrp="1"/>
          </p:cNvSpPr>
          <p:nvPr>
            <p:ph type="dt" sz="half" idx="10"/>
          </p:nvPr>
        </p:nvSpPr>
        <p:spPr/>
        <p:txBody>
          <a:bodyPr/>
          <a:lstStyle/>
          <a:p>
            <a:fld id="{8CB85ED3-85CD-4450-9A9A-D4DEF4BEA7F9}" type="datetimeFigureOut">
              <a:rPr lang="en-US" smtClean="0"/>
              <a:t>3/13/2026</a:t>
            </a:fld>
            <a:endParaRPr lang="en-US"/>
          </a:p>
        </p:txBody>
      </p:sp>
      <p:sp>
        <p:nvSpPr>
          <p:cNvPr id="6" name="Footer Placeholder 5">
            <a:extLst>
              <a:ext uri="{FF2B5EF4-FFF2-40B4-BE49-F238E27FC236}">
                <a16:creationId xmlns:a16="http://schemas.microsoft.com/office/drawing/2014/main" id="{52A9503F-A534-3A09-9C59-BE0BD8EEB1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9758E4-E61B-3128-C488-44D63D6CA713}"/>
              </a:ext>
            </a:extLst>
          </p:cNvPr>
          <p:cNvSpPr>
            <a:spLocks noGrp="1"/>
          </p:cNvSpPr>
          <p:nvPr>
            <p:ph type="sldNum" sz="quarter" idx="12"/>
          </p:nvPr>
        </p:nvSpPr>
        <p:spPr/>
        <p:txBody>
          <a:bodyPr/>
          <a:lstStyle/>
          <a:p>
            <a:fld id="{7EB275A0-7BA0-4D7E-B66E-9330EEABE974}" type="slidenum">
              <a:rPr lang="en-US" smtClean="0"/>
              <a:t>‹#›</a:t>
            </a:fld>
            <a:endParaRPr lang="en-US"/>
          </a:p>
        </p:txBody>
      </p:sp>
    </p:spTree>
    <p:extLst>
      <p:ext uri="{BB962C8B-B14F-4D97-AF65-F5344CB8AC3E}">
        <p14:creationId xmlns:p14="http://schemas.microsoft.com/office/powerpoint/2010/main" val="3545633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DBB18-514D-B14D-4F93-EAAC8E04E6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942538-21A9-36F7-D0A5-1FBD07C7C4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54BFC4-E47B-4E6F-263B-B684CED5BC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862BDF-050E-C56A-32B6-FC47B7B675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02D247-4DB4-BA76-5BCE-5DB9A2FDDF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24C527-B589-FCC1-2451-9C9706CBBE35}"/>
              </a:ext>
            </a:extLst>
          </p:cNvPr>
          <p:cNvSpPr>
            <a:spLocks noGrp="1"/>
          </p:cNvSpPr>
          <p:nvPr>
            <p:ph type="dt" sz="half" idx="10"/>
          </p:nvPr>
        </p:nvSpPr>
        <p:spPr/>
        <p:txBody>
          <a:bodyPr/>
          <a:lstStyle/>
          <a:p>
            <a:fld id="{8CB85ED3-85CD-4450-9A9A-D4DEF4BEA7F9}" type="datetimeFigureOut">
              <a:rPr lang="en-US" smtClean="0"/>
              <a:t>3/13/2026</a:t>
            </a:fld>
            <a:endParaRPr lang="en-US"/>
          </a:p>
        </p:txBody>
      </p:sp>
      <p:sp>
        <p:nvSpPr>
          <p:cNvPr id="8" name="Footer Placeholder 7">
            <a:extLst>
              <a:ext uri="{FF2B5EF4-FFF2-40B4-BE49-F238E27FC236}">
                <a16:creationId xmlns:a16="http://schemas.microsoft.com/office/drawing/2014/main" id="{45AEFE65-1556-72A5-CBA6-56A22D96F2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51BC23-F9DD-FFC1-D386-5EAB1E093892}"/>
              </a:ext>
            </a:extLst>
          </p:cNvPr>
          <p:cNvSpPr>
            <a:spLocks noGrp="1"/>
          </p:cNvSpPr>
          <p:nvPr>
            <p:ph type="sldNum" sz="quarter" idx="12"/>
          </p:nvPr>
        </p:nvSpPr>
        <p:spPr/>
        <p:txBody>
          <a:bodyPr/>
          <a:lstStyle/>
          <a:p>
            <a:fld id="{7EB275A0-7BA0-4D7E-B66E-9330EEABE974}" type="slidenum">
              <a:rPr lang="en-US" smtClean="0"/>
              <a:t>‹#›</a:t>
            </a:fld>
            <a:endParaRPr lang="en-US"/>
          </a:p>
        </p:txBody>
      </p:sp>
    </p:spTree>
    <p:extLst>
      <p:ext uri="{BB962C8B-B14F-4D97-AF65-F5344CB8AC3E}">
        <p14:creationId xmlns:p14="http://schemas.microsoft.com/office/powerpoint/2010/main" val="32493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8C6C3-2A44-47FF-922A-4D28C95F6C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F07E78-2DDC-DAAA-6CE9-F2CABFA52217}"/>
              </a:ext>
            </a:extLst>
          </p:cNvPr>
          <p:cNvSpPr>
            <a:spLocks noGrp="1"/>
          </p:cNvSpPr>
          <p:nvPr>
            <p:ph type="dt" sz="half" idx="10"/>
          </p:nvPr>
        </p:nvSpPr>
        <p:spPr/>
        <p:txBody>
          <a:bodyPr/>
          <a:lstStyle/>
          <a:p>
            <a:fld id="{8CB85ED3-85CD-4450-9A9A-D4DEF4BEA7F9}" type="datetimeFigureOut">
              <a:rPr lang="en-US" smtClean="0"/>
              <a:t>3/13/2026</a:t>
            </a:fld>
            <a:endParaRPr lang="en-US"/>
          </a:p>
        </p:txBody>
      </p:sp>
      <p:sp>
        <p:nvSpPr>
          <p:cNvPr id="4" name="Footer Placeholder 3">
            <a:extLst>
              <a:ext uri="{FF2B5EF4-FFF2-40B4-BE49-F238E27FC236}">
                <a16:creationId xmlns:a16="http://schemas.microsoft.com/office/drawing/2014/main" id="{AD57530C-1F6F-DCE6-7519-CEDB1A5C7B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F7AB27-9860-2AC9-9E34-AD4EE648FAF2}"/>
              </a:ext>
            </a:extLst>
          </p:cNvPr>
          <p:cNvSpPr>
            <a:spLocks noGrp="1"/>
          </p:cNvSpPr>
          <p:nvPr>
            <p:ph type="sldNum" sz="quarter" idx="12"/>
          </p:nvPr>
        </p:nvSpPr>
        <p:spPr/>
        <p:txBody>
          <a:bodyPr/>
          <a:lstStyle/>
          <a:p>
            <a:fld id="{7EB275A0-7BA0-4D7E-B66E-9330EEABE974}" type="slidenum">
              <a:rPr lang="en-US" smtClean="0"/>
              <a:t>‹#›</a:t>
            </a:fld>
            <a:endParaRPr lang="en-US"/>
          </a:p>
        </p:txBody>
      </p:sp>
    </p:spTree>
    <p:extLst>
      <p:ext uri="{BB962C8B-B14F-4D97-AF65-F5344CB8AC3E}">
        <p14:creationId xmlns:p14="http://schemas.microsoft.com/office/powerpoint/2010/main" val="926730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9B0E79-9C19-7D21-83B0-209519210584}"/>
              </a:ext>
            </a:extLst>
          </p:cNvPr>
          <p:cNvSpPr>
            <a:spLocks noGrp="1"/>
          </p:cNvSpPr>
          <p:nvPr>
            <p:ph type="dt" sz="half" idx="10"/>
          </p:nvPr>
        </p:nvSpPr>
        <p:spPr/>
        <p:txBody>
          <a:bodyPr/>
          <a:lstStyle/>
          <a:p>
            <a:fld id="{8CB85ED3-85CD-4450-9A9A-D4DEF4BEA7F9}" type="datetimeFigureOut">
              <a:rPr lang="en-US" smtClean="0"/>
              <a:t>3/13/2026</a:t>
            </a:fld>
            <a:endParaRPr lang="en-US"/>
          </a:p>
        </p:txBody>
      </p:sp>
      <p:sp>
        <p:nvSpPr>
          <p:cNvPr id="3" name="Footer Placeholder 2">
            <a:extLst>
              <a:ext uri="{FF2B5EF4-FFF2-40B4-BE49-F238E27FC236}">
                <a16:creationId xmlns:a16="http://schemas.microsoft.com/office/drawing/2014/main" id="{FB0453DD-D437-E947-7349-31105A830A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DA7F2F-7AC7-ADC7-BBB5-22075BA22264}"/>
              </a:ext>
            </a:extLst>
          </p:cNvPr>
          <p:cNvSpPr>
            <a:spLocks noGrp="1"/>
          </p:cNvSpPr>
          <p:nvPr>
            <p:ph type="sldNum" sz="quarter" idx="12"/>
          </p:nvPr>
        </p:nvSpPr>
        <p:spPr/>
        <p:txBody>
          <a:bodyPr/>
          <a:lstStyle/>
          <a:p>
            <a:fld id="{7EB275A0-7BA0-4D7E-B66E-9330EEABE974}" type="slidenum">
              <a:rPr lang="en-US" smtClean="0"/>
              <a:t>‹#›</a:t>
            </a:fld>
            <a:endParaRPr lang="en-US"/>
          </a:p>
        </p:txBody>
      </p:sp>
    </p:spTree>
    <p:extLst>
      <p:ext uri="{BB962C8B-B14F-4D97-AF65-F5344CB8AC3E}">
        <p14:creationId xmlns:p14="http://schemas.microsoft.com/office/powerpoint/2010/main" val="4130130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04A4-95DF-E871-09D9-F0E9807F04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95E996-6D97-7C2A-4111-0AD0129E2D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36E30B-4CA3-28D6-6018-E70EB92B05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47E723-A39A-E5AA-F82F-6A0688BA2E2B}"/>
              </a:ext>
            </a:extLst>
          </p:cNvPr>
          <p:cNvSpPr>
            <a:spLocks noGrp="1"/>
          </p:cNvSpPr>
          <p:nvPr>
            <p:ph type="dt" sz="half" idx="10"/>
          </p:nvPr>
        </p:nvSpPr>
        <p:spPr/>
        <p:txBody>
          <a:bodyPr/>
          <a:lstStyle/>
          <a:p>
            <a:fld id="{8CB85ED3-85CD-4450-9A9A-D4DEF4BEA7F9}" type="datetimeFigureOut">
              <a:rPr lang="en-US" smtClean="0"/>
              <a:t>3/13/2026</a:t>
            </a:fld>
            <a:endParaRPr lang="en-US"/>
          </a:p>
        </p:txBody>
      </p:sp>
      <p:sp>
        <p:nvSpPr>
          <p:cNvPr id="6" name="Footer Placeholder 5">
            <a:extLst>
              <a:ext uri="{FF2B5EF4-FFF2-40B4-BE49-F238E27FC236}">
                <a16:creationId xmlns:a16="http://schemas.microsoft.com/office/drawing/2014/main" id="{B5AA3881-B23E-8AD1-610F-C7414DD4F7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9FAF0-3C7A-94A6-9F3A-C5B200435A22}"/>
              </a:ext>
            </a:extLst>
          </p:cNvPr>
          <p:cNvSpPr>
            <a:spLocks noGrp="1"/>
          </p:cNvSpPr>
          <p:nvPr>
            <p:ph type="sldNum" sz="quarter" idx="12"/>
          </p:nvPr>
        </p:nvSpPr>
        <p:spPr/>
        <p:txBody>
          <a:bodyPr/>
          <a:lstStyle/>
          <a:p>
            <a:fld id="{7EB275A0-7BA0-4D7E-B66E-9330EEABE974}" type="slidenum">
              <a:rPr lang="en-US" smtClean="0"/>
              <a:t>‹#›</a:t>
            </a:fld>
            <a:endParaRPr lang="en-US"/>
          </a:p>
        </p:txBody>
      </p:sp>
    </p:spTree>
    <p:extLst>
      <p:ext uri="{BB962C8B-B14F-4D97-AF65-F5344CB8AC3E}">
        <p14:creationId xmlns:p14="http://schemas.microsoft.com/office/powerpoint/2010/main" val="3951540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A982F-32A9-3C56-5437-9D116754A1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DAC315-BC6B-1DA9-2424-727E811434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6863ED-9B42-6C70-9445-55F42CED3C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3E36A5-1569-F11F-B8C0-87C4A5F20499}"/>
              </a:ext>
            </a:extLst>
          </p:cNvPr>
          <p:cNvSpPr>
            <a:spLocks noGrp="1"/>
          </p:cNvSpPr>
          <p:nvPr>
            <p:ph type="dt" sz="half" idx="10"/>
          </p:nvPr>
        </p:nvSpPr>
        <p:spPr/>
        <p:txBody>
          <a:bodyPr/>
          <a:lstStyle/>
          <a:p>
            <a:fld id="{8CB85ED3-85CD-4450-9A9A-D4DEF4BEA7F9}" type="datetimeFigureOut">
              <a:rPr lang="en-US" smtClean="0"/>
              <a:t>3/13/2026</a:t>
            </a:fld>
            <a:endParaRPr lang="en-US"/>
          </a:p>
        </p:txBody>
      </p:sp>
      <p:sp>
        <p:nvSpPr>
          <p:cNvPr id="6" name="Footer Placeholder 5">
            <a:extLst>
              <a:ext uri="{FF2B5EF4-FFF2-40B4-BE49-F238E27FC236}">
                <a16:creationId xmlns:a16="http://schemas.microsoft.com/office/drawing/2014/main" id="{3701624D-2999-A26A-1ADA-24A8B1A854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461E86-65DE-96F7-5715-3A72CD65609E}"/>
              </a:ext>
            </a:extLst>
          </p:cNvPr>
          <p:cNvSpPr>
            <a:spLocks noGrp="1"/>
          </p:cNvSpPr>
          <p:nvPr>
            <p:ph type="sldNum" sz="quarter" idx="12"/>
          </p:nvPr>
        </p:nvSpPr>
        <p:spPr/>
        <p:txBody>
          <a:bodyPr/>
          <a:lstStyle/>
          <a:p>
            <a:fld id="{7EB275A0-7BA0-4D7E-B66E-9330EEABE974}" type="slidenum">
              <a:rPr lang="en-US" smtClean="0"/>
              <a:t>‹#›</a:t>
            </a:fld>
            <a:endParaRPr lang="en-US"/>
          </a:p>
        </p:txBody>
      </p:sp>
    </p:spTree>
    <p:extLst>
      <p:ext uri="{BB962C8B-B14F-4D97-AF65-F5344CB8AC3E}">
        <p14:creationId xmlns:p14="http://schemas.microsoft.com/office/powerpoint/2010/main" val="3857767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5971F-11F7-7B17-98C0-B130D72F53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1E9B04-42DF-0C28-5741-B710BC0947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D7A110-198B-7454-A93C-9F8C7231C857}"/>
              </a:ext>
            </a:extLst>
          </p:cNvPr>
          <p:cNvSpPr>
            <a:spLocks noGrp="1"/>
          </p:cNvSpPr>
          <p:nvPr>
            <p:ph type="dt" sz="half" idx="10"/>
          </p:nvPr>
        </p:nvSpPr>
        <p:spPr/>
        <p:txBody>
          <a:bodyPr/>
          <a:lstStyle/>
          <a:p>
            <a:fld id="{8CB85ED3-85CD-4450-9A9A-D4DEF4BEA7F9}" type="datetimeFigureOut">
              <a:rPr lang="en-US" smtClean="0"/>
              <a:t>3/13/2026</a:t>
            </a:fld>
            <a:endParaRPr lang="en-US"/>
          </a:p>
        </p:txBody>
      </p:sp>
      <p:sp>
        <p:nvSpPr>
          <p:cNvPr id="5" name="Footer Placeholder 4">
            <a:extLst>
              <a:ext uri="{FF2B5EF4-FFF2-40B4-BE49-F238E27FC236}">
                <a16:creationId xmlns:a16="http://schemas.microsoft.com/office/drawing/2014/main" id="{C4660ABE-9478-496B-6B8D-DE0ACD968C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72DB85-E974-95AB-3A2D-2C0068E57E8C}"/>
              </a:ext>
            </a:extLst>
          </p:cNvPr>
          <p:cNvSpPr>
            <a:spLocks noGrp="1"/>
          </p:cNvSpPr>
          <p:nvPr>
            <p:ph type="sldNum" sz="quarter" idx="12"/>
          </p:nvPr>
        </p:nvSpPr>
        <p:spPr/>
        <p:txBody>
          <a:bodyPr/>
          <a:lstStyle/>
          <a:p>
            <a:fld id="{7EB275A0-7BA0-4D7E-B66E-9330EEABE974}" type="slidenum">
              <a:rPr lang="en-US" smtClean="0"/>
              <a:t>‹#›</a:t>
            </a:fld>
            <a:endParaRPr lang="en-US"/>
          </a:p>
        </p:txBody>
      </p:sp>
    </p:spTree>
    <p:extLst>
      <p:ext uri="{BB962C8B-B14F-4D97-AF65-F5344CB8AC3E}">
        <p14:creationId xmlns:p14="http://schemas.microsoft.com/office/powerpoint/2010/main" val="2750762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AA9F3E-161C-DB54-7F92-CAD0C2FE41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3403E1-9F00-75EA-9D40-E371E4329C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44BEBF-A598-48C9-987B-BAFD9EBEE7A4}"/>
              </a:ext>
            </a:extLst>
          </p:cNvPr>
          <p:cNvSpPr>
            <a:spLocks noGrp="1"/>
          </p:cNvSpPr>
          <p:nvPr>
            <p:ph type="dt" sz="half" idx="10"/>
          </p:nvPr>
        </p:nvSpPr>
        <p:spPr/>
        <p:txBody>
          <a:bodyPr/>
          <a:lstStyle/>
          <a:p>
            <a:fld id="{8CB85ED3-85CD-4450-9A9A-D4DEF4BEA7F9}" type="datetimeFigureOut">
              <a:rPr lang="en-US" smtClean="0"/>
              <a:t>3/13/2026</a:t>
            </a:fld>
            <a:endParaRPr lang="en-US"/>
          </a:p>
        </p:txBody>
      </p:sp>
      <p:sp>
        <p:nvSpPr>
          <p:cNvPr id="5" name="Footer Placeholder 4">
            <a:extLst>
              <a:ext uri="{FF2B5EF4-FFF2-40B4-BE49-F238E27FC236}">
                <a16:creationId xmlns:a16="http://schemas.microsoft.com/office/drawing/2014/main" id="{119B5435-E5C1-64EB-4033-BA45C60C4B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55820C-512E-6475-FA0C-63038589FB08}"/>
              </a:ext>
            </a:extLst>
          </p:cNvPr>
          <p:cNvSpPr>
            <a:spLocks noGrp="1"/>
          </p:cNvSpPr>
          <p:nvPr>
            <p:ph type="sldNum" sz="quarter" idx="12"/>
          </p:nvPr>
        </p:nvSpPr>
        <p:spPr/>
        <p:txBody>
          <a:bodyPr/>
          <a:lstStyle/>
          <a:p>
            <a:fld id="{7EB275A0-7BA0-4D7E-B66E-9330EEABE974}" type="slidenum">
              <a:rPr lang="en-US" smtClean="0"/>
              <a:t>‹#›</a:t>
            </a:fld>
            <a:endParaRPr lang="en-US"/>
          </a:p>
        </p:txBody>
      </p:sp>
    </p:spTree>
    <p:extLst>
      <p:ext uri="{BB962C8B-B14F-4D97-AF65-F5344CB8AC3E}">
        <p14:creationId xmlns:p14="http://schemas.microsoft.com/office/powerpoint/2010/main" val="2015726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651AD4-94D6-3E3A-4033-14E512DF4D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18A098-79F2-A5A5-865A-B7142799AE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AC931F-636B-BACD-D61C-6D0BF9BF9E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B85ED3-85CD-4450-9A9A-D4DEF4BEA7F9}" type="datetimeFigureOut">
              <a:rPr lang="en-US" smtClean="0"/>
              <a:t>3/13/2026</a:t>
            </a:fld>
            <a:endParaRPr lang="en-US"/>
          </a:p>
        </p:txBody>
      </p:sp>
      <p:sp>
        <p:nvSpPr>
          <p:cNvPr id="5" name="Footer Placeholder 4">
            <a:extLst>
              <a:ext uri="{FF2B5EF4-FFF2-40B4-BE49-F238E27FC236}">
                <a16:creationId xmlns:a16="http://schemas.microsoft.com/office/drawing/2014/main" id="{A82BCFE7-6416-1AF1-2D67-D6ECFD85AF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B4A59F-289B-2623-0B4C-98FC9A2F56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B275A0-7BA0-4D7E-B66E-9330EEABE974}" type="slidenum">
              <a:rPr lang="en-US" smtClean="0"/>
              <a:t>‹#›</a:t>
            </a:fld>
            <a:endParaRPr lang="en-US"/>
          </a:p>
        </p:txBody>
      </p:sp>
    </p:spTree>
    <p:extLst>
      <p:ext uri="{BB962C8B-B14F-4D97-AF65-F5344CB8AC3E}">
        <p14:creationId xmlns:p14="http://schemas.microsoft.com/office/powerpoint/2010/main" val="3861351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903712-5309-6157-DC26-8E40FF6838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287293"/>
          </a:xfrm>
          <a:prstGeom prst="rect">
            <a:avLst/>
          </a:prstGeom>
        </p:spPr>
      </p:pic>
      <p:sp>
        <p:nvSpPr>
          <p:cNvPr id="4" name="Title 1">
            <a:extLst>
              <a:ext uri="{FF2B5EF4-FFF2-40B4-BE49-F238E27FC236}">
                <a16:creationId xmlns:a16="http://schemas.microsoft.com/office/drawing/2014/main" id="{5D10A968-1A9C-CEF9-B33D-29B956582490}"/>
              </a:ext>
            </a:extLst>
          </p:cNvPr>
          <p:cNvSpPr txBox="1">
            <a:spLocks/>
          </p:cNvSpPr>
          <p:nvPr/>
        </p:nvSpPr>
        <p:spPr>
          <a:xfrm>
            <a:off x="1311797" y="381964"/>
            <a:ext cx="9753600" cy="304703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i="1" dirty="0" err="1">
                <a:solidFill>
                  <a:schemeClr val="bg1"/>
                </a:solidFill>
              </a:rPr>
              <a:t>TriniGo</a:t>
            </a:r>
            <a:r>
              <a:rPr lang="en-US" sz="6000" b="1" i="1" dirty="0">
                <a:solidFill>
                  <a:schemeClr val="bg1"/>
                </a:solidFill>
              </a:rPr>
              <a:t>: “Tourist Destination Guide and Booking App for Trinidad Bohol”</a:t>
            </a:r>
          </a:p>
        </p:txBody>
      </p:sp>
      <p:sp>
        <p:nvSpPr>
          <p:cNvPr id="5" name="Subtitle 2">
            <a:extLst>
              <a:ext uri="{FF2B5EF4-FFF2-40B4-BE49-F238E27FC236}">
                <a16:creationId xmlns:a16="http://schemas.microsoft.com/office/drawing/2014/main" id="{C6244583-C390-B34F-0DC5-864826B73FE5}"/>
              </a:ext>
            </a:extLst>
          </p:cNvPr>
          <p:cNvSpPr txBox="1">
            <a:spLocks/>
          </p:cNvSpPr>
          <p:nvPr/>
        </p:nvSpPr>
        <p:spPr>
          <a:xfrm>
            <a:off x="914400" y="3698111"/>
            <a:ext cx="9753600" cy="30470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rPr>
              <a:t>Presented by:  </a:t>
            </a:r>
          </a:p>
          <a:p>
            <a:pPr marL="342900" indent="-342900"/>
            <a:r>
              <a:rPr lang="en-US" dirty="0">
                <a:solidFill>
                  <a:schemeClr val="bg1"/>
                </a:solidFill>
              </a:rPr>
              <a:t>Christian Dominique A. </a:t>
            </a:r>
            <a:r>
              <a:rPr lang="en-US" dirty="0" err="1">
                <a:solidFill>
                  <a:schemeClr val="bg1"/>
                </a:solidFill>
              </a:rPr>
              <a:t>Auguis</a:t>
            </a:r>
            <a:endParaRPr lang="en-US" dirty="0">
              <a:solidFill>
                <a:schemeClr val="bg1"/>
              </a:solidFill>
            </a:endParaRPr>
          </a:p>
          <a:p>
            <a:pPr marL="342900" indent="-342900"/>
            <a:r>
              <a:rPr lang="en-US" dirty="0" err="1">
                <a:solidFill>
                  <a:schemeClr val="bg1"/>
                </a:solidFill>
              </a:rPr>
              <a:t>Genalyn</a:t>
            </a:r>
            <a:r>
              <a:rPr lang="en-US" dirty="0">
                <a:solidFill>
                  <a:schemeClr val="bg1"/>
                </a:solidFill>
              </a:rPr>
              <a:t> A. </a:t>
            </a:r>
            <a:r>
              <a:rPr lang="en-US" dirty="0" err="1">
                <a:solidFill>
                  <a:schemeClr val="bg1"/>
                </a:solidFill>
              </a:rPr>
              <a:t>Pedros</a:t>
            </a:r>
            <a:endParaRPr lang="en-US" dirty="0">
              <a:solidFill>
                <a:schemeClr val="bg1"/>
              </a:solidFill>
            </a:endParaRPr>
          </a:p>
          <a:p>
            <a:pPr marL="342900" indent="-342900"/>
            <a:r>
              <a:rPr lang="en-US" dirty="0" err="1">
                <a:solidFill>
                  <a:schemeClr val="bg1"/>
                </a:solidFill>
              </a:rPr>
              <a:t>Netchie</a:t>
            </a:r>
            <a:r>
              <a:rPr lang="en-US" dirty="0">
                <a:solidFill>
                  <a:schemeClr val="bg1"/>
                </a:solidFill>
              </a:rPr>
              <a:t> Jane U. Mondragon</a:t>
            </a:r>
          </a:p>
          <a:p>
            <a:pPr marL="342900" indent="-342900"/>
            <a:r>
              <a:rPr lang="en-US" dirty="0" err="1">
                <a:solidFill>
                  <a:schemeClr val="bg1"/>
                </a:solidFill>
              </a:rPr>
              <a:t>Arjie</a:t>
            </a:r>
            <a:r>
              <a:rPr lang="en-US" dirty="0">
                <a:solidFill>
                  <a:schemeClr val="bg1"/>
                </a:solidFill>
              </a:rPr>
              <a:t> B. Antipas</a:t>
            </a:r>
          </a:p>
          <a:p>
            <a:pPr marL="342900" indent="-342900"/>
            <a:r>
              <a:rPr lang="en-US" dirty="0">
                <a:solidFill>
                  <a:schemeClr val="bg1"/>
                </a:solidFill>
              </a:rPr>
              <a:t>Angelica Joy R. Biter              </a:t>
            </a:r>
          </a:p>
        </p:txBody>
      </p:sp>
    </p:spTree>
    <p:extLst>
      <p:ext uri="{BB962C8B-B14F-4D97-AF65-F5344CB8AC3E}">
        <p14:creationId xmlns:p14="http://schemas.microsoft.com/office/powerpoint/2010/main" val="2937544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57B21D-4FB1-27C4-9F65-4D5EC3374A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841C9A9B-1623-34BB-5FE2-3D38AE94AB2A}"/>
              </a:ext>
            </a:extLst>
          </p:cNvPr>
          <p:cNvSpPr>
            <a:spLocks noGrp="1"/>
          </p:cNvSpPr>
          <p:nvPr>
            <p:ph type="body" idx="1"/>
          </p:nvPr>
        </p:nvSpPr>
        <p:spPr>
          <a:xfrm>
            <a:off x="289367" y="1687782"/>
            <a:ext cx="10978073" cy="5013960"/>
          </a:xfrm>
        </p:spPr>
        <p:txBody>
          <a:bodyPr/>
          <a:lstStyle/>
          <a:p>
            <a:pPr algn="just"/>
            <a:r>
              <a:rPr lang="en-US" dirty="0">
                <a:solidFill>
                  <a:schemeClr val="bg1"/>
                </a:solidFill>
              </a:rPr>
              <a:t>Our project is called </a:t>
            </a:r>
            <a:r>
              <a:rPr lang="en-US" dirty="0" err="1">
                <a:solidFill>
                  <a:schemeClr val="bg1"/>
                </a:solidFill>
              </a:rPr>
              <a:t>Trinigo</a:t>
            </a:r>
            <a:r>
              <a:rPr lang="en-US" dirty="0">
                <a:solidFill>
                  <a:schemeClr val="bg1"/>
                </a:solidFill>
              </a:rPr>
              <a:t>, a mobile application designed to help tourists explore Trinidad, Bohol. The app provides information about tourist destinations, directions, and booking options in one platform. </a:t>
            </a:r>
          </a:p>
          <a:p>
            <a:pPr algn="just"/>
            <a:r>
              <a:rPr lang="en-US" dirty="0">
                <a:solidFill>
                  <a:schemeClr val="bg1"/>
                </a:solidFill>
              </a:rPr>
              <a:t>The goal of this system provides information about tourist destinations, including their location and description, and allows users to make bookings through one platform. Its goal is to make it easier for visitors to discover places and plan their trips while promoting tourism in Trinidad, Bohol. </a:t>
            </a:r>
          </a:p>
          <a:p>
            <a:pPr algn="just"/>
            <a:r>
              <a:rPr lang="en-US" dirty="0">
                <a:solidFill>
                  <a:schemeClr val="bg1"/>
                </a:solidFill>
              </a:rPr>
              <a:t>The system focuses only on tourist destinations located in Trinidad, Bohol. It allows users to view destinations, see information about the place, and make bookings through the application. The system is designed mainly for tourists and visitors who want an easier way to explore the area.</a:t>
            </a:r>
          </a:p>
        </p:txBody>
      </p:sp>
      <p:sp>
        <p:nvSpPr>
          <p:cNvPr id="9" name="Title 8">
            <a:extLst>
              <a:ext uri="{FF2B5EF4-FFF2-40B4-BE49-F238E27FC236}">
                <a16:creationId xmlns:a16="http://schemas.microsoft.com/office/drawing/2014/main" id="{74456C7F-279C-EAEB-CAA4-404B680F8194}"/>
              </a:ext>
            </a:extLst>
          </p:cNvPr>
          <p:cNvSpPr>
            <a:spLocks noGrp="1"/>
          </p:cNvSpPr>
          <p:nvPr>
            <p:ph type="title"/>
          </p:nvPr>
        </p:nvSpPr>
        <p:spPr>
          <a:xfrm>
            <a:off x="831850" y="284481"/>
            <a:ext cx="10435590" cy="1066800"/>
          </a:xfrm>
        </p:spPr>
        <p:txBody>
          <a:bodyPr/>
          <a:lstStyle/>
          <a:p>
            <a:pPr marL="857250" indent="-857250">
              <a:buFont typeface="Wingdings" panose="05000000000000000000" pitchFamily="2" charset="2"/>
              <a:buChar char="Ø"/>
            </a:pPr>
            <a:r>
              <a:rPr lang="en-US" b="1" i="1" dirty="0">
                <a:solidFill>
                  <a:schemeClr val="bg1"/>
                </a:solidFill>
              </a:rPr>
              <a:t>SYSTEM DESCRIPTION</a:t>
            </a:r>
          </a:p>
        </p:txBody>
      </p:sp>
    </p:spTree>
    <p:extLst>
      <p:ext uri="{BB962C8B-B14F-4D97-AF65-F5344CB8AC3E}">
        <p14:creationId xmlns:p14="http://schemas.microsoft.com/office/powerpoint/2010/main" val="1891662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747093-90C6-DBBF-58E7-7B52011F2F60}"/>
              </a:ext>
            </a:extLst>
          </p:cNvPr>
          <p:cNvPicPr>
            <a:picLocks noChangeAspect="1"/>
          </p:cNvPicPr>
          <p:nvPr/>
        </p:nvPicPr>
        <p:blipFill>
          <a:blip r:embed="rId2">
            <a:extLst>
              <a:ext uri="{BEBA8EAE-BF5A-486C-A8C5-ECC9F3942E4B}">
                <a14:imgProps xmlns:a14="http://schemas.microsoft.com/office/drawing/2010/main">
                  <a14:imgLayer r:embed="rId3">
                    <a14:imgEffect>
                      <a14:artisticPlasticWrap/>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6B01BFB4-CD9A-4AD3-3692-BDE1F0B8028C}"/>
              </a:ext>
            </a:extLst>
          </p:cNvPr>
          <p:cNvSpPr>
            <a:spLocks noGrp="1"/>
          </p:cNvSpPr>
          <p:nvPr>
            <p:ph type="title"/>
          </p:nvPr>
        </p:nvSpPr>
        <p:spPr>
          <a:xfrm>
            <a:off x="680720" y="152401"/>
            <a:ext cx="10017760" cy="782319"/>
          </a:xfrm>
        </p:spPr>
        <p:txBody>
          <a:bodyPr>
            <a:normAutofit fontScale="90000"/>
          </a:bodyPr>
          <a:lstStyle/>
          <a:p>
            <a:r>
              <a:rPr lang="en-US" b="1" i="1" dirty="0"/>
              <a:t>SYSTEM ARCHITECTURE</a:t>
            </a:r>
          </a:p>
        </p:txBody>
      </p:sp>
      <p:sp>
        <p:nvSpPr>
          <p:cNvPr id="3" name="Text Placeholder 2">
            <a:extLst>
              <a:ext uri="{FF2B5EF4-FFF2-40B4-BE49-F238E27FC236}">
                <a16:creationId xmlns:a16="http://schemas.microsoft.com/office/drawing/2014/main" id="{57E268B3-B79D-7B4C-65FD-6BE3E2D45AA1}"/>
              </a:ext>
            </a:extLst>
          </p:cNvPr>
          <p:cNvSpPr>
            <a:spLocks noGrp="1"/>
          </p:cNvSpPr>
          <p:nvPr>
            <p:ph type="body" idx="1"/>
          </p:nvPr>
        </p:nvSpPr>
        <p:spPr>
          <a:xfrm>
            <a:off x="254000" y="1239521"/>
            <a:ext cx="11643360" cy="4795520"/>
          </a:xfrm>
        </p:spPr>
        <p:txBody>
          <a:bodyPr/>
          <a:lstStyle/>
          <a:p>
            <a:pPr marL="342900" indent="-342900">
              <a:buFont typeface="Wingdings" panose="05000000000000000000" pitchFamily="2" charset="2"/>
              <a:buChar char="§"/>
            </a:pPr>
            <a:r>
              <a:rPr lang="en-US" sz="3200" b="1" i="1" dirty="0">
                <a:solidFill>
                  <a:schemeClr val="tx1">
                    <a:lumMod val="95000"/>
                    <a:lumOff val="5000"/>
                  </a:schemeClr>
                </a:solidFill>
              </a:rPr>
              <a:t>DATABASE:</a:t>
            </a:r>
          </a:p>
          <a:p>
            <a:pPr marL="342900" indent="-342900">
              <a:buFont typeface="Wingdings" panose="05000000000000000000" pitchFamily="2" charset="2"/>
              <a:buChar char="Ø"/>
            </a:pPr>
            <a:r>
              <a:rPr lang="en-US" b="1" i="1" dirty="0">
                <a:solidFill>
                  <a:schemeClr val="tx1">
                    <a:lumMod val="95000"/>
                    <a:lumOff val="5000"/>
                  </a:schemeClr>
                </a:solidFill>
              </a:rPr>
              <a:t>     MONGODB</a:t>
            </a:r>
          </a:p>
          <a:p>
            <a:endParaRPr lang="en-US" b="1" i="1" dirty="0">
              <a:solidFill>
                <a:schemeClr val="tx1">
                  <a:lumMod val="95000"/>
                  <a:lumOff val="5000"/>
                </a:schemeClr>
              </a:solidFill>
            </a:endParaRPr>
          </a:p>
          <a:p>
            <a:pPr marL="342900" indent="-342900">
              <a:buFont typeface="Wingdings" panose="05000000000000000000" pitchFamily="2" charset="2"/>
              <a:buChar char="§"/>
            </a:pPr>
            <a:r>
              <a:rPr lang="en-US" sz="3200" b="1" i="1" dirty="0">
                <a:solidFill>
                  <a:schemeClr val="tx1">
                    <a:lumMod val="95000"/>
                    <a:lumOff val="5000"/>
                  </a:schemeClr>
                </a:solidFill>
              </a:rPr>
              <a:t>FRONTEND:</a:t>
            </a:r>
          </a:p>
          <a:p>
            <a:pPr marL="342900" indent="-342900">
              <a:buFont typeface="Wingdings" panose="05000000000000000000" pitchFamily="2" charset="2"/>
              <a:buChar char="Ø"/>
            </a:pPr>
            <a:r>
              <a:rPr lang="en-US" b="1" i="1" dirty="0">
                <a:solidFill>
                  <a:schemeClr val="tx1">
                    <a:lumMod val="95000"/>
                    <a:lumOff val="5000"/>
                  </a:schemeClr>
                </a:solidFill>
              </a:rPr>
              <a:t>     For Application - REACT NATIVE</a:t>
            </a:r>
          </a:p>
          <a:p>
            <a:pPr marL="342900" indent="-342900">
              <a:buFont typeface="Wingdings" panose="05000000000000000000" pitchFamily="2" charset="2"/>
              <a:buChar char="Ø"/>
            </a:pPr>
            <a:r>
              <a:rPr lang="en-US" b="1" i="1" dirty="0">
                <a:solidFill>
                  <a:schemeClr val="tx1">
                    <a:lumMod val="95000"/>
                    <a:lumOff val="5000"/>
                  </a:schemeClr>
                </a:solidFill>
              </a:rPr>
              <a:t>     For Web – REACT.JS</a:t>
            </a:r>
          </a:p>
          <a:p>
            <a:r>
              <a:rPr lang="en-US" b="1" i="1" dirty="0">
                <a:solidFill>
                  <a:schemeClr val="tx1">
                    <a:lumMod val="95000"/>
                    <a:lumOff val="5000"/>
                  </a:schemeClr>
                </a:solidFill>
              </a:rPr>
              <a:t>     </a:t>
            </a:r>
          </a:p>
          <a:p>
            <a:pPr marL="342900" indent="-342900">
              <a:buFont typeface="Wingdings" panose="05000000000000000000" pitchFamily="2" charset="2"/>
              <a:buChar char="§"/>
            </a:pPr>
            <a:r>
              <a:rPr lang="en-US" sz="3200" b="1" i="1" dirty="0">
                <a:solidFill>
                  <a:schemeClr val="tx1">
                    <a:lumMod val="95000"/>
                    <a:lumOff val="5000"/>
                  </a:schemeClr>
                </a:solidFill>
              </a:rPr>
              <a:t>BACKEND:  </a:t>
            </a:r>
          </a:p>
          <a:p>
            <a:pPr marL="342900" indent="-342900">
              <a:buFont typeface="Wingdings" panose="05000000000000000000" pitchFamily="2" charset="2"/>
              <a:buChar char="Ø"/>
            </a:pPr>
            <a:r>
              <a:rPr lang="en-US" b="1" i="1" dirty="0">
                <a:solidFill>
                  <a:schemeClr val="tx1">
                    <a:lumMod val="95000"/>
                    <a:lumOff val="5000"/>
                  </a:schemeClr>
                </a:solidFill>
              </a:rPr>
              <a:t>     NODE.JS</a:t>
            </a:r>
          </a:p>
        </p:txBody>
      </p:sp>
    </p:spTree>
    <p:extLst>
      <p:ext uri="{BB962C8B-B14F-4D97-AF65-F5344CB8AC3E}">
        <p14:creationId xmlns:p14="http://schemas.microsoft.com/office/powerpoint/2010/main" val="3618866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2A66F-1FEB-DF58-2602-9855FF567B9E}"/>
              </a:ext>
            </a:extLst>
          </p:cNvPr>
          <p:cNvSpPr>
            <a:spLocks noGrp="1"/>
          </p:cNvSpPr>
          <p:nvPr>
            <p:ph type="title"/>
          </p:nvPr>
        </p:nvSpPr>
        <p:spPr>
          <a:xfrm>
            <a:off x="91440" y="142241"/>
            <a:ext cx="5842000" cy="924560"/>
          </a:xfrm>
        </p:spPr>
        <p:txBody>
          <a:bodyPr>
            <a:normAutofit/>
          </a:bodyPr>
          <a:lstStyle/>
          <a:p>
            <a:r>
              <a:rPr lang="en-US" sz="4000" b="1" i="1" dirty="0">
                <a:latin typeface="Arial Black" panose="020B0A04020102020204" pitchFamily="34" charset="0"/>
              </a:rPr>
              <a:t>KEY FEATURES:</a:t>
            </a:r>
          </a:p>
        </p:txBody>
      </p:sp>
      <p:pic>
        <p:nvPicPr>
          <p:cNvPr id="11" name="Picture 10">
            <a:extLst>
              <a:ext uri="{FF2B5EF4-FFF2-40B4-BE49-F238E27FC236}">
                <a16:creationId xmlns:a16="http://schemas.microsoft.com/office/drawing/2014/main" id="{DA2AC2BD-214C-E25B-5958-5CCC0460F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3" name="Text Placeholder 2">
            <a:extLst>
              <a:ext uri="{FF2B5EF4-FFF2-40B4-BE49-F238E27FC236}">
                <a16:creationId xmlns:a16="http://schemas.microsoft.com/office/drawing/2014/main" id="{78991F11-9DE7-A9FA-75F9-EC07AC4F96FA}"/>
              </a:ext>
            </a:extLst>
          </p:cNvPr>
          <p:cNvSpPr>
            <a:spLocks noGrp="1"/>
          </p:cNvSpPr>
          <p:nvPr>
            <p:ph sz="half" idx="1"/>
          </p:nvPr>
        </p:nvSpPr>
        <p:spPr>
          <a:xfrm>
            <a:off x="426720" y="1280160"/>
            <a:ext cx="5593080" cy="5577840"/>
          </a:xfrm>
        </p:spPr>
        <p:txBody>
          <a:bodyPr>
            <a:noAutofit/>
          </a:bodyPr>
          <a:lstStyle/>
          <a:p>
            <a:pPr marL="342900" indent="-342900">
              <a:buFont typeface="Wingdings" panose="05000000000000000000" pitchFamily="2" charset="2"/>
              <a:buChar char="q"/>
            </a:pPr>
            <a:r>
              <a:rPr lang="en-US" b="1" dirty="0">
                <a:solidFill>
                  <a:schemeClr val="tx1"/>
                </a:solidFill>
              </a:rPr>
              <a:t>For WEB</a:t>
            </a:r>
            <a:r>
              <a:rPr lang="en-US" sz="2400" b="1" dirty="0">
                <a:solidFill>
                  <a:schemeClr val="tx1"/>
                </a:solidFill>
              </a:rPr>
              <a:t>:                                                                                   </a:t>
            </a:r>
            <a:endParaRPr lang="en-US" sz="2400" dirty="0">
              <a:solidFill>
                <a:schemeClr val="tx1"/>
              </a:solidFill>
            </a:endParaRPr>
          </a:p>
          <a:p>
            <a:pPr marL="342900" indent="-342900">
              <a:buFont typeface="Wingdings" panose="05000000000000000000" pitchFamily="2" charset="2"/>
              <a:buChar char="Ø"/>
            </a:pPr>
            <a:r>
              <a:rPr lang="en-US" sz="2400" b="1" dirty="0">
                <a:solidFill>
                  <a:schemeClr val="tx1"/>
                </a:solidFill>
              </a:rPr>
              <a:t>PROPERTY OWNER</a:t>
            </a:r>
          </a:p>
          <a:p>
            <a:pPr marL="342900" indent="-342900">
              <a:buFont typeface="Wingdings" panose="05000000000000000000" pitchFamily="2" charset="2"/>
              <a:buChar char="ü"/>
            </a:pPr>
            <a:r>
              <a:rPr lang="en-US" sz="2400" dirty="0">
                <a:solidFill>
                  <a:schemeClr val="tx1"/>
                </a:solidFill>
              </a:rPr>
              <a:t>Registration of Accommodation</a:t>
            </a:r>
          </a:p>
          <a:p>
            <a:pPr marL="342900" indent="-342900">
              <a:buFont typeface="Wingdings" panose="05000000000000000000" pitchFamily="2" charset="2"/>
              <a:buChar char="ü"/>
            </a:pPr>
            <a:r>
              <a:rPr lang="en-US" sz="2400" dirty="0">
                <a:solidFill>
                  <a:schemeClr val="tx1"/>
                </a:solidFill>
              </a:rPr>
              <a:t>Create Accommodation</a:t>
            </a:r>
          </a:p>
          <a:p>
            <a:pPr marL="342900" indent="-342900">
              <a:buFont typeface="Wingdings" panose="05000000000000000000" pitchFamily="2" charset="2"/>
              <a:buChar char="ü"/>
            </a:pPr>
            <a:r>
              <a:rPr lang="en-US" sz="2400" dirty="0">
                <a:solidFill>
                  <a:schemeClr val="tx1"/>
                </a:solidFill>
              </a:rPr>
              <a:t>Approval of Booking</a:t>
            </a:r>
          </a:p>
          <a:p>
            <a:pPr marL="342900" indent="-342900">
              <a:buFont typeface="Wingdings" panose="05000000000000000000" pitchFamily="2" charset="2"/>
              <a:buChar char="ü"/>
            </a:pPr>
            <a:r>
              <a:rPr lang="en-US" sz="2400" dirty="0">
                <a:solidFill>
                  <a:schemeClr val="tx1"/>
                </a:solidFill>
              </a:rPr>
              <a:t>Submission of Report Property Owner</a:t>
            </a:r>
          </a:p>
          <a:p>
            <a:pPr marL="0" indent="0">
              <a:buNone/>
            </a:pPr>
            <a:endParaRPr lang="en-US" sz="2400" dirty="0">
              <a:solidFill>
                <a:schemeClr val="tx1"/>
              </a:solidFill>
            </a:endParaRPr>
          </a:p>
          <a:p>
            <a:pPr marL="342900" indent="-342900">
              <a:buFont typeface="Wingdings" panose="05000000000000000000" pitchFamily="2" charset="2"/>
              <a:buChar char="Ø"/>
            </a:pPr>
            <a:r>
              <a:rPr lang="en-US" sz="2400" b="1" dirty="0">
                <a:solidFill>
                  <a:schemeClr val="tx1"/>
                </a:solidFill>
              </a:rPr>
              <a:t>TOURISM OFFICER</a:t>
            </a:r>
          </a:p>
          <a:p>
            <a:pPr marL="342900" indent="-342900">
              <a:buFont typeface="Wingdings" panose="05000000000000000000" pitchFamily="2" charset="2"/>
              <a:buChar char="ü"/>
            </a:pPr>
            <a:r>
              <a:rPr lang="en-US" sz="2400" dirty="0">
                <a:solidFill>
                  <a:schemeClr val="tx1"/>
                </a:solidFill>
              </a:rPr>
              <a:t>Create Tourist Spot</a:t>
            </a:r>
          </a:p>
          <a:p>
            <a:pPr marL="342900" indent="-342900">
              <a:buFont typeface="Wingdings" panose="05000000000000000000" pitchFamily="2" charset="2"/>
              <a:buChar char="ü"/>
            </a:pPr>
            <a:r>
              <a:rPr lang="en-US" sz="2400" dirty="0">
                <a:solidFill>
                  <a:schemeClr val="tx1"/>
                </a:solidFill>
              </a:rPr>
              <a:t>Approve Accommodation</a:t>
            </a:r>
          </a:p>
          <a:p>
            <a:pPr marL="342900" indent="-342900">
              <a:buFont typeface="Wingdings" panose="05000000000000000000" pitchFamily="2" charset="2"/>
              <a:buChar char="ü"/>
            </a:pPr>
            <a:r>
              <a:rPr lang="en-US" sz="2400" dirty="0">
                <a:solidFill>
                  <a:schemeClr val="tx1"/>
                </a:solidFill>
              </a:rPr>
              <a:t>Approve Reporting</a:t>
            </a:r>
          </a:p>
          <a:p>
            <a:endParaRPr lang="en-US" sz="2400" dirty="0">
              <a:solidFill>
                <a:schemeClr val="tx1"/>
              </a:solidFill>
            </a:endParaRPr>
          </a:p>
          <a:p>
            <a:endParaRPr lang="en-US" sz="2400" dirty="0">
              <a:solidFill>
                <a:schemeClr val="tx1"/>
              </a:solidFill>
            </a:endParaRPr>
          </a:p>
          <a:p>
            <a:r>
              <a:rPr lang="en-US" sz="2400" dirty="0">
                <a:solidFill>
                  <a:schemeClr val="tx1"/>
                </a:solidFill>
              </a:rPr>
              <a:t> </a:t>
            </a:r>
          </a:p>
        </p:txBody>
      </p:sp>
      <p:sp>
        <p:nvSpPr>
          <p:cNvPr id="9" name="Content Placeholder 8">
            <a:extLst>
              <a:ext uri="{FF2B5EF4-FFF2-40B4-BE49-F238E27FC236}">
                <a16:creationId xmlns:a16="http://schemas.microsoft.com/office/drawing/2014/main" id="{3679073B-A1C8-CEA9-2E51-1455477C3BF1}"/>
              </a:ext>
            </a:extLst>
          </p:cNvPr>
          <p:cNvSpPr>
            <a:spLocks noGrp="1"/>
          </p:cNvSpPr>
          <p:nvPr>
            <p:ph sz="half" idx="2"/>
          </p:nvPr>
        </p:nvSpPr>
        <p:spPr>
          <a:xfrm>
            <a:off x="6918960" y="1280160"/>
            <a:ext cx="4434840" cy="4896803"/>
          </a:xfrm>
        </p:spPr>
        <p:txBody>
          <a:bodyPr>
            <a:normAutofit/>
          </a:bodyPr>
          <a:lstStyle/>
          <a:p>
            <a:pPr>
              <a:buFont typeface="Wingdings" panose="05000000000000000000" pitchFamily="2" charset="2"/>
              <a:buChar char="q"/>
            </a:pPr>
            <a:r>
              <a:rPr lang="en-US" b="1" dirty="0"/>
              <a:t>For APPLICATION:</a:t>
            </a:r>
          </a:p>
          <a:p>
            <a:pPr>
              <a:buFont typeface="Wingdings" panose="05000000000000000000" pitchFamily="2" charset="2"/>
              <a:buChar char="q"/>
            </a:pPr>
            <a:endParaRPr lang="en-US" dirty="0"/>
          </a:p>
          <a:p>
            <a:pPr>
              <a:buFont typeface="Wingdings" panose="05000000000000000000" pitchFamily="2" charset="2"/>
              <a:buChar char="ü"/>
            </a:pPr>
            <a:r>
              <a:rPr lang="en-US" dirty="0"/>
              <a:t>Booking</a:t>
            </a:r>
          </a:p>
          <a:p>
            <a:pPr>
              <a:buFont typeface="Wingdings" panose="05000000000000000000" pitchFamily="2" charset="2"/>
              <a:buChar char="ü"/>
            </a:pPr>
            <a:r>
              <a:rPr lang="en-US" dirty="0"/>
              <a:t>Feedback</a:t>
            </a:r>
          </a:p>
        </p:txBody>
      </p:sp>
      <p:graphicFrame>
        <p:nvGraphicFramePr>
          <p:cNvPr id="12" name="Table 11">
            <a:extLst>
              <a:ext uri="{FF2B5EF4-FFF2-40B4-BE49-F238E27FC236}">
                <a16:creationId xmlns:a16="http://schemas.microsoft.com/office/drawing/2014/main" id="{23DEDC50-DCDF-87DB-8A37-27C416CF86F2}"/>
              </a:ext>
            </a:extLst>
          </p:cNvPr>
          <p:cNvGraphicFramePr>
            <a:graphicFrameLocks noGrp="1"/>
          </p:cNvGraphicFramePr>
          <p:nvPr>
            <p:extLst>
              <p:ext uri="{D42A27DB-BD31-4B8C-83A1-F6EECF244321}">
                <p14:modId xmlns:p14="http://schemas.microsoft.com/office/powerpoint/2010/main" val="4042093523"/>
              </p:ext>
            </p:extLst>
          </p:nvPr>
        </p:nvGraphicFramePr>
        <p:xfrm>
          <a:off x="711200" y="355600"/>
          <a:ext cx="4246880" cy="579120"/>
        </p:xfrm>
        <a:graphic>
          <a:graphicData uri="http://schemas.openxmlformats.org/drawingml/2006/table">
            <a:tbl>
              <a:tblPr firstRow="1" bandRow="1">
                <a:tableStyleId>{5C22544A-7EE6-4342-B048-85BDC9FD1C3A}</a:tableStyleId>
              </a:tblPr>
              <a:tblGrid>
                <a:gridCol w="4246880">
                  <a:extLst>
                    <a:ext uri="{9D8B030D-6E8A-4147-A177-3AD203B41FA5}">
                      <a16:colId xmlns:a16="http://schemas.microsoft.com/office/drawing/2014/main" val="2808367441"/>
                    </a:ext>
                  </a:extLst>
                </a:gridCol>
              </a:tblGrid>
              <a:tr h="508000">
                <a:tc>
                  <a:txBody>
                    <a:bodyPr/>
                    <a:lstStyle/>
                    <a:p>
                      <a:r>
                        <a:rPr lang="en-US" sz="3200" dirty="0">
                          <a:solidFill>
                            <a:schemeClr val="tx1"/>
                          </a:solidFill>
                        </a:rPr>
                        <a:t>KEY FEATURES</a:t>
                      </a:r>
                    </a:p>
                  </a:txBody>
                  <a:tcPr/>
                </a:tc>
                <a:extLst>
                  <a:ext uri="{0D108BD9-81ED-4DB2-BD59-A6C34878D82A}">
                    <a16:rowId xmlns:a16="http://schemas.microsoft.com/office/drawing/2014/main" val="3943650417"/>
                  </a:ext>
                </a:extLst>
              </a:tr>
            </a:tbl>
          </a:graphicData>
        </a:graphic>
      </p:graphicFrame>
    </p:spTree>
    <p:extLst>
      <p:ext uri="{BB962C8B-B14F-4D97-AF65-F5344CB8AC3E}">
        <p14:creationId xmlns:p14="http://schemas.microsoft.com/office/powerpoint/2010/main" val="3735199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6125561-BAFB-1037-1649-625814AB1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000240"/>
          </a:xfrm>
          <a:prstGeom prst="rect">
            <a:avLst/>
          </a:prstGeom>
        </p:spPr>
      </p:pic>
      <p:sp>
        <p:nvSpPr>
          <p:cNvPr id="3" name="Oval 2">
            <a:extLst>
              <a:ext uri="{FF2B5EF4-FFF2-40B4-BE49-F238E27FC236}">
                <a16:creationId xmlns:a16="http://schemas.microsoft.com/office/drawing/2014/main" id="{10F24A5A-365E-05A7-7A38-C72B8C6AA1AC}"/>
              </a:ext>
            </a:extLst>
          </p:cNvPr>
          <p:cNvSpPr/>
          <p:nvPr/>
        </p:nvSpPr>
        <p:spPr>
          <a:xfrm>
            <a:off x="2560320" y="1341120"/>
            <a:ext cx="6532880" cy="3749040"/>
          </a:xfrm>
          <a:prstGeom prst="ellipse">
            <a:avLst/>
          </a:prstGeom>
          <a:ln>
            <a:solidFill>
              <a:srgbClr val="00B050"/>
            </a:solid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ln w="22225">
                  <a:solidFill>
                    <a:schemeClr val="accent2"/>
                  </a:solidFill>
                  <a:prstDash val="solid"/>
                </a:ln>
                <a:solidFill>
                  <a:schemeClr val="accent2">
                    <a:lumMod val="40000"/>
                    <a:lumOff val="60000"/>
                  </a:schemeClr>
                </a:solidFill>
              </a:rPr>
              <a:t>THANK YOU!!!!</a:t>
            </a:r>
          </a:p>
        </p:txBody>
      </p:sp>
    </p:spTree>
    <p:extLst>
      <p:ext uri="{BB962C8B-B14F-4D97-AF65-F5344CB8AC3E}">
        <p14:creationId xmlns:p14="http://schemas.microsoft.com/office/powerpoint/2010/main" val="1162658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431</TotalTime>
  <Words>248</Words>
  <Application>Microsoft Office PowerPoint</Application>
  <PresentationFormat>Widescreen</PresentationFormat>
  <Paragraphs>42</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Arial Black</vt:lpstr>
      <vt:lpstr>Calibri</vt:lpstr>
      <vt:lpstr>Calibri Light</vt:lpstr>
      <vt:lpstr>Wingdings</vt:lpstr>
      <vt:lpstr>Office Theme</vt:lpstr>
      <vt:lpstr>PowerPoint Presentation</vt:lpstr>
      <vt:lpstr>SYSTEM DESCRIPTION</vt:lpstr>
      <vt:lpstr>SYSTEM ARCHITECTURE</vt:lpstr>
      <vt:lpstr>KEY FEATURES: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genalynpedros@gmail.com</dc:creator>
  <cp:lastModifiedBy>genalynpedros@gmail.com</cp:lastModifiedBy>
  <cp:revision>11</cp:revision>
  <dcterms:created xsi:type="dcterms:W3CDTF">2026-03-12T02:44:47Z</dcterms:created>
  <dcterms:modified xsi:type="dcterms:W3CDTF">2026-03-13T08:14:55Z</dcterms:modified>
</cp:coreProperties>
</file>